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Attestor 4.2 + Owen Desktop Cyber 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E9BDF"/>
                </a:solidFill>
                <a:latin typeface="Calibri"/>
              </a:rPr>
              <a:t>TCS Pilot — Reproducible Offensive-Security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2F5F9"/>
                </a:solidFill>
                <a:latin typeface="Calibri"/>
              </a:rPr>
              <a:t>Deterministic static analyzer + bounded ranker. No generative-model claims.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2F5F9"/>
                </a:solidFill>
                <a:latin typeface="Calibri"/>
              </a:rPr>
              <a:t>Every number in this deck was reproduced offline on owned / synthetic fixtures.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2F5F9"/>
                </a:solidFill>
                <a:latin typeface="Calibri"/>
              </a:rPr>
              <a:t>No client, production, or TCS system was scanned or executed.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Analyzer SHA-256: beabfb2be733a3cf9297cf9f3cc6a8601d5ee4f12ade0c38...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E9BDF"/>
                </a:solidFill>
                <a:latin typeface="Calibri"/>
              </a:rPr>
              <a:t>TCS PILOT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A2F"/>
                </a:solidFill>
                <a:latin typeface="Calibri"/>
              </a:rPr>
              <a:t>What this is — and what it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38100"/>
          </a:xfrm>
          <a:prstGeom prst="rect">
            <a:avLst/>
          </a:prstGeom>
          <a:solidFill>
            <a:srgbClr val="2E9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E7D32"/>
                </a:solidFill>
                <a:latin typeface="Calibri"/>
              </a:rPr>
              <a:t>Is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21A2F"/>
                </a:solidFill>
                <a:latin typeface="Calibri"/>
              </a:rPr>
              <a:t>• Offline static analysis — no code execution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21A2F"/>
                </a:solidFill>
                <a:latin typeface="Calibri"/>
              </a:rPr>
              <a:t>• Deterministic: same bytes -&gt; same findings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21A2F"/>
                </a:solidFill>
                <a:latin typeface="Calibri"/>
              </a:rPr>
              <a:t>• Bounded ranker over measured findings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21A2F"/>
                </a:solidFill>
                <a:latin typeface="Calibri"/>
              </a:rPr>
              <a:t>• Tamper-evident evidence spine (hash chain)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21A2F"/>
                </a:solidFill>
                <a:latin typeface="Calibri"/>
              </a:rPr>
              <a:t>• Fail-closed: unknown != safe; secrets redacted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37360"/>
            <a:ext cx="53035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B71C1C"/>
                </a:solidFill>
                <a:latin typeface="Calibri"/>
              </a:rPr>
              <a:t>Is NOT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21A2F"/>
                </a:solidFill>
                <a:latin typeface="Calibri"/>
              </a:rPr>
              <a:t>• An exploit generator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21A2F"/>
                </a:solidFill>
                <a:latin typeface="Calibri"/>
              </a:rPr>
              <a:t>• A generative AI making claims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21A2F"/>
                </a:solidFill>
                <a:latin typeface="Calibri"/>
              </a:rPr>
              <a:t>• A scanner of client/production systems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21A2F"/>
                </a:solidFill>
                <a:latin typeface="Calibri"/>
              </a:rPr>
              <a:t>• A deployment request — this is evidence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21A2F"/>
                </a:solidFill>
                <a:latin typeface="Calibri"/>
              </a:rPr>
              <a:t>• A replacement for InfoSec authorization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Attestor 4.2 (analyzer 4.1.4) — offline, deterministic, evidence-bound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E9BDF"/>
                </a:solidFill>
                <a:latin typeface="Calibri"/>
              </a:rPr>
              <a:t>TCS PILOT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A2F"/>
                </a:solidFill>
                <a:latin typeface="Calibri"/>
              </a:rPr>
              <a:t>Evidence spine: honesty is enforced, not claimed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38100"/>
          </a:xfrm>
          <a:prstGeom prst="rect">
            <a:avLst/>
          </a:prstGeom>
          <a:solidFill>
            <a:srgbClr val="2E9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21A2F"/>
                </a:solidFill>
                <a:latin typeface="Calibri"/>
              </a:rPr>
              <a:t>Tamper-evident chain intact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8716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21A2F"/>
                </a:solidFill>
                <a:latin typeface="Calibri"/>
              </a:rPr>
              <a:t>Fix marked proven (pre-fix regression failed)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2724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21A2F"/>
                </a:solidFill>
                <a:latin typeface="Calibri"/>
              </a:rPr>
              <a:t>Honesty gate blocked unproven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11064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How it works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One finding is carried through discovery -&gt; validation -&gt; severity -&gt; exploitability -&gt;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remediation -&gt; regression. Each stage is tagged measured (tool produced it) or hypothesis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(model proposed it). A regression entry is REFUSED unless it records a pre-fix test failure —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so the pipeline cannot certify a fix it never proved.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Attestor 4.2 (analyzer 4.1.4) — offline, deterministic, evidence-bound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E9BDF"/>
                </a:solidFill>
                <a:latin typeface="Calibri"/>
              </a:rPr>
              <a:t>TCS PILOT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A2F"/>
                </a:solidFill>
                <a:latin typeface="Calibri"/>
              </a:rPr>
              <a:t>Offense detection on owned / synthetic fixtures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38100"/>
          </a:xfrm>
          <a:prstGeom prst="rect">
            <a:avLst/>
          </a:prstGeom>
          <a:solidFill>
            <a:srgbClr val="2E9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Weak x86-64 fixture — 5 rules fired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• asm-direct-execve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• asm-legacy-int80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• asm-nop-sled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• asm-stack-pivot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• asm-writable-executable-section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73736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C++ fixture</a:t>
            </a:r>
          </a:p>
          <a:p>
            <a:pPr algn="l">
              <a:spcAft>
                <a:spcPts val="400"/>
              </a:spcAft>
            </a:pPr>
            <a:r>
              <a:rPr sz="3400" b="1">
                <a:solidFill>
                  <a:srgbClr val="121A2F"/>
                </a:solidFill>
                <a:latin typeface="Calibri"/>
              </a:rPr>
              <a:t>32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73736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Clean 10k-line asm</a:t>
            </a:r>
          </a:p>
          <a:p>
            <a:pPr algn="l">
              <a:spcAft>
                <a:spcPts val="400"/>
              </a:spcAft>
            </a:pPr>
            <a:r>
              <a:rPr sz="3400" b="1">
                <a:solidFill>
                  <a:srgbClr val="2E7D32"/>
                </a:solidFill>
                <a:latin typeface="Calibri"/>
              </a:rPr>
              <a:t>0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383280"/>
            <a:ext cx="55778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21A2F"/>
                </a:solidFill>
                <a:latin typeface="Calibri"/>
              </a:rPr>
              <a:t>Read: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21A2F"/>
                </a:solidFill>
                <a:latin typeface="Calibri"/>
              </a:rPr>
              <a:t>The same engine that flags execve, stack-pivot, NOP-sled and W^X in a deliberately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21A2F"/>
                </a:solidFill>
                <a:latin typeface="Calibri"/>
              </a:rPr>
              <a:t>weak program stays silent on a 10,000-line clean multi-function program. Detection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21A2F"/>
                </a:solidFill>
                <a:latin typeface="Calibri"/>
              </a:rPr>
              <a:t>without false-positive noise is the property a SOC triage queue needs.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Attestor 4.2 (analyzer 4.1.4) — offline, deterministic, evidence-bound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E9BDF"/>
                </a:solidFill>
                <a:latin typeface="Calibri"/>
              </a:rPr>
              <a:t>TCS PILOT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A2F"/>
                </a:solidFill>
                <a:latin typeface="Calibri"/>
              </a:rPr>
              <a:t>Stage 6 — enterprise hardening (deployed, 9/9 tests)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38100"/>
          </a:xfrm>
          <a:prstGeom prst="rect">
            <a:avLst/>
          </a:prstGeom>
          <a:solidFill>
            <a:srgbClr val="2E9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Tenant isolation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Grant tenant must equal request tenant — cross-tenant denied.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Two-party approval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Sensitive scopes (repo:write, scan:publish, admin:delete) need 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second signed approval before any allow.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Revocation + audit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Signed, freshness-bounded revocation; append-only hash-chained log.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37360"/>
            <a:ext cx="53035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E7D32"/>
                </a:solidFill>
                <a:latin typeface="Calibri"/>
              </a:rPr>
              <a:t>Composes, never replaces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21A2F"/>
                </a:solidFill>
                <a:latin typeface="Calibri"/>
              </a:rPr>
              <a:t>Wraps the ordered Trusted Access gate: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21A2F"/>
                </a:solidFill>
                <a:latin typeface="Calibri"/>
              </a:rPr>
              <a:t>authenticate -&gt; time -&gt; revocation -&gt;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21A2F"/>
                </a:solidFill>
                <a:latin typeface="Calibri"/>
              </a:rPr>
              <a:t>identity -&gt; least privilege.</a:t>
            </a:r>
          </a:p>
          <a:p>
            <a:pPr algn="l">
              <a:spcAft>
                <a:spcPts val="800"/>
              </a:spcAft>
            </a:pPr>
            <a:r>
              <a:rPr sz="800" b="0">
                <a:solidFill>
                  <a:srgbClr val="121A2F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2E7D32"/>
                </a:solidFill>
                <a:latin typeface="Calibri"/>
              </a:rPr>
              <a:t>Fail-closed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21A2F"/>
                </a:solidFill>
                <a:latin typeface="Calibri"/>
              </a:rPr>
              <a:t>Hostile or missing input resolves to DENY, never an exception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21A2F"/>
                </a:solidFill>
                <a:latin typeface="Calibri"/>
              </a:rPr>
              <a:t>or a silent allow.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Attestor 4.2 (analyzer 4.1.4) — offline, deterministic, evidence-bound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E9BDF"/>
                </a:solidFill>
                <a:latin typeface="Calibri"/>
              </a:rPr>
              <a:t>TCS PILOT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A2F"/>
                </a:solidFill>
                <a:latin typeface="Calibri"/>
              </a:rPr>
              <a:t>Stage 5 — threat model &amp; incident investigation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38100"/>
          </a:xfrm>
          <a:prstGeom prst="rect">
            <a:avLst/>
          </a:prstGeom>
          <a:solidFill>
            <a:srgbClr val="2E9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STRIDE, stated up front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Spoofing, Tampering, Repudiation, Info-disclosure,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DoS, Elevation-of-privilege — each tagged hypothesis.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Measured vs hypothesis never merge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Analyzer findings (measured) are linked to modelled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threats but kept distinct from assumptions.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37360"/>
            <a:ext cx="53035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Incidents = chain of evidence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Findings carried into the case-file spine as one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incident; reader sees which conclusions are load-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bearing vs assumed.</a:t>
            </a:r>
          </a:p>
          <a:p>
            <a:pPr algn="l">
              <a:spcAft>
                <a:spcPts val="800"/>
              </a:spcAft>
            </a:pPr>
            <a:r>
              <a:rPr sz="600" b="0">
                <a:solidFill>
                  <a:srgbClr val="121A2F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2E7D32"/>
                </a:solidFill>
                <a:latin typeface="Calibri"/>
              </a:rPr>
              <a:t>Tests: 8/8 PASS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21A2F"/>
                </a:solidFill>
                <a:latin typeface="Calibri"/>
              </a:rPr>
              <a:t>Incl. tampering links on real C++ fixture, fail-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21A2F"/>
                </a:solidFill>
                <a:latin typeface="Calibri"/>
              </a:rPr>
              <a:t>closed on bad SHA / non-model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Attestor 4.2 (analyzer 4.1.4) — offline, deterministic, evidence-bound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E9BDF"/>
                </a:solidFill>
                <a:latin typeface="Calibri"/>
              </a:rPr>
              <a:t>TCS PILOT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A2F"/>
                </a:solidFill>
                <a:latin typeface="Calibri"/>
              </a:rPr>
              <a:t>Authorization gate — before any TCS repo is scanned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38100"/>
          </a:xfrm>
          <a:prstGeom prst="rect">
            <a:avLst/>
          </a:prstGeom>
          <a:solidFill>
            <a:srgbClr val="2E9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21A2F"/>
                </a:solidFill>
                <a:latin typeface="Calibri"/>
              </a:rPr>
              <a:t>The held-out benchmark harness (bench_tcs42) refuses to run unless: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• A signed Trusted Access grant names the TCS prefix  tenant/tcs/...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• Scope includes  scan:read  and the grant is unexpired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• Corpus / result manifests resolve to local, non-symlink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1064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B71C1C"/>
                </a:solidFill>
                <a:latin typeface="Calibri"/>
              </a:rPr>
              <a:t>Without that grant the harness exits deny — fail-closed — and analyzes nothing.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It does not manufacture cases or invoke any model. Bench tests: 6/6 PASS.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This is the gate, not the analysis. TCS InfoSec issues the grant; we run only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on the bytes the authorization names.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Attestor 4.2 (analyzer 4.1.4) — offline, deterministic, evidence-bound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E9BDF"/>
                </a:solidFill>
                <a:latin typeface="Calibri"/>
              </a:rPr>
              <a:t>TCS PILOT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A2F"/>
                </a:solidFill>
                <a:latin typeface="Calibri"/>
              </a:rPr>
              <a:t>Reproduce it /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38100"/>
          </a:xfrm>
          <a:prstGeom prst="rect">
            <a:avLst/>
          </a:prstGeom>
          <a:solidFill>
            <a:srgbClr val="2E9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Reproduce (offline, isolated)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21A2F"/>
                </a:solidFill>
                <a:latin typeface="Calibri"/>
              </a:rPr>
              <a:t>cd Attestor 4.2\detector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21A2F"/>
                </a:solidFill>
                <a:latin typeface="Calibri"/>
              </a:rPr>
              <a:t>python -I -B -X utf8 demo_tcs_case.py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21A2F"/>
                </a:solidFill>
                <a:latin typeface="Calibri"/>
              </a:rPr>
              <a:t>python -I -B -X utf8 demo_asm_tcs.py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21A2F"/>
                </a:solidFill>
                <a:latin typeface="Calibri"/>
              </a:rPr>
              <a:t>python -I -B -X utf8 bundle_tcs_evidence.py</a:t>
            </a:r>
          </a:p>
          <a:p>
            <a:pPr algn="l">
              <a:spcAft>
                <a:spcPts val="700"/>
              </a:spcAft>
            </a:pPr>
            <a:r>
              <a:rPr sz="400" b="0">
                <a:solidFill>
                  <a:srgbClr val="121A2F"/>
                </a:solidFill>
                <a:latin typeface="Calibr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Bundle: tcs_pilot_evidence/ (README, JSON, MANIFEST)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37360"/>
            <a:ext cx="53035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Proposed next step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• Sponsored lab + TCS-held-out non-prod repo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• InfoSec-issued grant unlocks the bench harness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21A2F"/>
                </a:solidFill>
                <a:latin typeface="Calibri"/>
              </a:rPr>
              <a:t>• Evidence-bound findings, not a favor</a:t>
            </a:r>
          </a:p>
          <a:p>
            <a:pPr algn="l">
              <a:spcAft>
                <a:spcPts val="800"/>
              </a:spcAft>
            </a:pPr>
            <a:r>
              <a:rPr sz="400" b="0">
                <a:solidFill>
                  <a:srgbClr val="121A2F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The math is reproducible. That is the pitch.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Attestor 4.2 (analyzer 4.1.4) — offline, deterministic, evidence-bound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